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0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7A7A7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Project</a:t>
            </a:r>
            <a:endParaRPr lang="en-US" sz="7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7A7A7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Portfolio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Justus Liutala  ·  RoboAI Academy Student and AI Data Engineer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148486" cy="20116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6350">
            <a:solidFill>
              <a:srgbClr val="C8CC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Vision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697126" y="384048"/>
            <a:ext cx="1080821" cy="20116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6350">
            <a:solidFill>
              <a:srgbClr val="C8CC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 txBox="1"/>
          <p:nvPr/>
        </p:nvSpPr>
        <p:spPr>
          <a:xfrm>
            <a:off x="1697126" y="384048"/>
            <a:ext cx="1080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869387" y="384048"/>
            <a:ext cx="1283818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 txBox="1"/>
          <p:nvPr/>
        </p:nvSpPr>
        <p:spPr>
          <a:xfrm>
            <a:off x="2869387" y="384048"/>
            <a:ext cx="128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Summer Work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766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GreenAIVision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2252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SAMK RoBoAI · Boliden collaboration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508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700784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AI system for Boliden's WEEE recycling conveyor belt. Semantic segmentation classifies every pixel into background, copper-rich cable waste, or shredded PCB fragments — enabling data-driven purity measurement replacing manual estimation.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7432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BUILT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3522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Rebuilt the full pipeline from a 65% accuracy prototype: switched to SegFormer B2 transformer with pretrained weights, built a line camera data pipeline with NIR channel integration, adapted the model to 4-channel inference, and built a retraining UI for flagging new materials.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068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chaotic scrap into a real-time purity metric — data-driven furnace decisions replacing manual estimation.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937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1297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PyTorch · SegFormer B2 · ONNX · FastAPI · WebSocket · Spinnaker SDK · Roboflow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5943600"/>
            <a:ext cx="374904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0" name="Text 18"/>
          <p:cNvSpPr txBox="1"/>
          <p:nvPr/>
        </p:nvSpPr>
        <p:spPr>
          <a:xfrm>
            <a:off x="457200" y="60533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 </a:t>
            </a:r>
            <a:r>
              <a:rPr lang="en-US" sz="8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AI/ML Engineer  ·  Model development, dataset pipeline, line camera integration, NIR channel, retraining pipeline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0" y="2743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2" name="Text 20"/>
          <p:cNvSpPr txBox="1"/>
          <p:nvPr/>
        </p:nvSpPr>
        <p:spPr>
          <a:xfrm>
            <a:off x="4572000" y="347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92.1%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676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mIoU accuracy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35040" y="2743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5" name="Text 23"/>
          <p:cNvSpPr txBox="1"/>
          <p:nvPr/>
        </p:nvSpPr>
        <p:spPr>
          <a:xfrm>
            <a:off x="6126480" y="347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+27pp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676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baseline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589520" y="2743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8" name="Text 26"/>
          <p:cNvSpPr txBox="1"/>
          <p:nvPr/>
        </p:nvSpPr>
        <p:spPr>
          <a:xfrm>
            <a:off x="7680960" y="347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4-ch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676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RGB + NIR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144000" y="2743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1" name="Text 29"/>
          <p:cNvSpPr txBox="1"/>
          <p:nvPr/>
        </p:nvSpPr>
        <p:spPr>
          <a:xfrm>
            <a:off x="9235440" y="347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&lt;43ms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676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frame</a:t>
            </a:r>
            <a:endParaRPr lang="en-US" sz="750" dirty="0"/>
          </a:p>
        </p:txBody>
      </p:sp>
      <p:pic>
        <p:nvPicPr>
          <p:cNvPr id="33" name="Image 0" descr="/home/claude/img_greenaiv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115568"/>
            <a:ext cx="7315200" cy="46817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148486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Planning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697126" y="38404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 txBox="1"/>
          <p:nvPr/>
        </p:nvSpPr>
        <p:spPr>
          <a:xfrm>
            <a:off x="1697126" y="3840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766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Handling of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Land Use Documents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91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RoboAI Academy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83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7568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and piloted an AI-supported workflow for reviewing land-use plans within a regional planning authority. Analyzes plan documents and spatial data to assess compliance with regional plans, planning objectives, and legal requirements.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08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IMPLEMENTATION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0098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checklist-based evaluation logic and map overlay analysis to support expert statements, identify planning conflicts, and detect regulatory gaps. Runs fully locally in n8n.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60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525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Decision Support  ·  Spatial Data Analysis  ·  Urban &amp; Regional Planning  ·  Land Use Law (Finland)  ·  GIS &amp; Process Design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5943600"/>
            <a:ext cx="374904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4"/>
          <p:cNvSpPr txBox="1"/>
          <p:nvPr/>
        </p:nvSpPr>
        <p:spPr>
          <a:xfrm>
            <a:off x="457200" y="60533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 </a:t>
            </a:r>
            <a:r>
              <a:rPr lang="en-US" sz="8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Manager  ·  Client communication, prompt engineering, input validation and output evaluation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53F55FC-FBD9-1385-AF64-AAF794753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1" y="1322567"/>
            <a:ext cx="7315200" cy="4212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148486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Vision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766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Machine Vision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Quality Inspection Demo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91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RoboAI Academy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83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DEVELOPMENT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756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vision system for industrial faucet quality inspection. Detects missing markings, surface defects, and line deviations at production line speed.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EVALUATION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7238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Evaluated Cognex, HALCON, and OpenCV. Selected and implemented the Cognex solution based on accuracy and integration requirements.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770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capture → Defect detection → Automated pass/fail → Data logging.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6451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371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Vision  ·  Cognex  ·  Image Processing  ·  Quality Control  ·  Industrial Automation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5943600"/>
            <a:ext cx="374904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4"/>
          <p:cNvSpPr txBox="1"/>
          <p:nvPr/>
        </p:nvSpPr>
        <p:spPr>
          <a:xfrm>
            <a:off x="457200" y="60533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 </a:t>
            </a:r>
            <a:r>
              <a:rPr lang="en-US" sz="8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Manager  ·  Team management, Cognex solution development, presenting results to client</a:t>
            </a:r>
            <a:endParaRPr lang="en-US" sz="850" dirty="0"/>
          </a:p>
        </p:txBody>
      </p:sp>
      <p:pic>
        <p:nvPicPr>
          <p:cNvPr id="20" name="Picture 19" descr="A close-up of a device&#10;&#10;AI-generated content may be incorrect.">
            <a:extLst>
              <a:ext uri="{FF2B5EF4-FFF2-40B4-BE49-F238E27FC236}">
                <a16:creationId xmlns:a16="http://schemas.microsoft.com/office/drawing/2014/main" id="{6E239120-53E3-8D74-9B6B-F6C2A789C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913020"/>
            <a:ext cx="7434514" cy="21593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7F94CD-A404-D524-DB9C-E40100DA2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631173"/>
            <a:ext cx="7448357" cy="24748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877824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Academy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766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SimpleFlow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252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RoboAI Academy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08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0078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for building AI automation agents for university staff. Enables non-technical users to create workflows for document checking, email responses, and other automated tasks without writing code.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974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IMPLEMENTATION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89504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4-step workflow builder on n8n. Frontend: Next.js, React, TypeScript, Tailwind CSS. Backend: FastAPI, PostgreSQL, Prisma. Infrastructure: Docker and Kubernetes managing scalable n8n instances per user with OpenAI API integration.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239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 ·  React  ·  TypeScript  ·  FastAPI  ·  PostgreSQL  ·  Docker  ·  Kubernetes  ·  n8n  ·  OpenAI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5943600"/>
            <a:ext cx="374904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4" name="Text 12"/>
          <p:cNvSpPr txBox="1"/>
          <p:nvPr/>
        </p:nvSpPr>
        <p:spPr>
          <a:xfrm>
            <a:off x="457200" y="60533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 </a:t>
            </a:r>
            <a:r>
              <a:rPr lang="en-US" sz="8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Manager  ·  Staff communication, n8n workflow builder, import function and frontend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FA6113-8EE3-CCE0-6396-904C62258D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" t="4299" b="13563"/>
          <a:stretch>
            <a:fillRect/>
          </a:stretch>
        </p:blipFill>
        <p:spPr>
          <a:xfrm>
            <a:off x="4480561" y="384048"/>
            <a:ext cx="7542493" cy="290261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EEFCCE2-380A-0703-F955-07D91A0A2A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0" t="12709" r="140" b="14535"/>
          <a:stretch>
            <a:fillRect/>
          </a:stretch>
        </p:blipFill>
        <p:spPr>
          <a:xfrm>
            <a:off x="4480560" y="3687494"/>
            <a:ext cx="7542493" cy="269027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148486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Vision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697126" y="38404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 txBox="1"/>
          <p:nvPr/>
        </p:nvSpPr>
        <p:spPr>
          <a:xfrm>
            <a:off x="1697126" y="3840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766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YOLO Object Detection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 Synthetic Environments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91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Project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83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756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object detection system using YOLO to detect vehicles and pedestrians in a synthetic urban environment generated from Grand Theft Auto V — providing realistic training data without real-world data collection.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63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ENGINEERING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5526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format conversion, annotation processing, and transformation of 3D simulation metadata into 2D bounding boxes. Full pipeline from raw game data to YOLO-compatible training set. Trained and evaluated in Google Colab.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06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9826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 ·  YOLO  ·  Object Detection  ·  Dataset Engineering  ·  Synthetic Data  ·  Python  ·  Deep Learning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5943600"/>
            <a:ext cx="374904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4"/>
          <p:cNvSpPr txBox="1"/>
          <p:nvPr/>
        </p:nvSpPr>
        <p:spPr>
          <a:xfrm>
            <a:off x="457200" y="60533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 </a:t>
            </a:r>
            <a:r>
              <a:rPr lang="en-US" sz="8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Project  ·  Full pipeline from dataset preparation to model training and evaluation</a:t>
            </a:r>
            <a:endParaRPr lang="en-US" sz="850" dirty="0"/>
          </a:p>
        </p:txBody>
      </p:sp>
      <p:pic>
        <p:nvPicPr>
          <p:cNvPr id="17" name="Image 0" descr="/home/claude/img_y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247" y="188912"/>
            <a:ext cx="3238354" cy="2801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D322E1B-0E61-F92D-B5C8-C542F3172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109" y="2485443"/>
            <a:ext cx="4425006" cy="24917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6946D9-A66A-EC7E-23D4-BCAA8922F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119" y="4483414"/>
            <a:ext cx="3839409" cy="21642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148486" cy="20116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6350">
            <a:solidFill>
              <a:srgbClr val="C8CC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Integration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697126" y="38404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6350">
            <a:solidFill>
              <a:srgbClr val="C8CC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 txBox="1"/>
          <p:nvPr/>
        </p:nvSpPr>
        <p:spPr>
          <a:xfrm>
            <a:off x="1697126" y="3840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337206" y="384048"/>
            <a:ext cx="742493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 txBox="1"/>
          <p:nvPr/>
        </p:nvSpPr>
        <p:spPr>
          <a:xfrm>
            <a:off x="2337206" y="384048"/>
            <a:ext cx="742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Maritime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766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MariLab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161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Simulator Data Analysis &amp; AI Feedback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463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RoboAI Academy · Merilogistiikan Tutkimuskeskus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7647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BUILT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956816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Extended a real-time tugboat simulator monitoring tool into a full training analysis platform. Built end to end: local LLM integration via Ollama for offline AI coaching feedback, behavioral analytics engine, GPS trajectory heatmaps, and side-by-side run comparison.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821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TECHNICAL DECISIONS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7413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 Ollama for offline LLM operation (no cloud dependency on restricted server). Used Plotly over Mapbox for GPS heatmaps. Fixed a CO₂ calculation bug computing voyage totals from only the last 60 samples instead of full run history.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165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09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6085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 (gemma4)  ·  FastAPI  ·  PostgreSQL  ·  Alembic  ·  Plotly  ·  Podman / systemd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5943600"/>
            <a:ext cx="374904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 txBox="1"/>
          <p:nvPr/>
        </p:nvSpPr>
        <p:spPr>
          <a:xfrm>
            <a:off x="457200" y="60533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 </a:t>
            </a:r>
            <a:r>
              <a:rPr lang="en-US" sz="8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Engineer  ·  LLM integration, behavioral analytics, heatmaps, run comparison, Alembic migrations, bug fixes</a:t>
            </a:r>
            <a:endParaRPr lang="en-US" sz="850" dirty="0"/>
          </a:p>
        </p:txBody>
      </p:sp>
      <p:pic>
        <p:nvPicPr>
          <p:cNvPr id="20" name="Image 0" descr="/home/claude/img_marilab_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0"/>
            <a:ext cx="3960117" cy="5593386"/>
          </a:xfrm>
          <a:prstGeom prst="rect">
            <a:avLst/>
          </a:prstGeom>
        </p:spPr>
      </p:pic>
      <p:pic>
        <p:nvPicPr>
          <p:cNvPr id="21" name="Image 1" descr="/home/claude/img_marilab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688" y="932418"/>
            <a:ext cx="4195312" cy="59255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7A7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Hackathons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6350">
            <a:solidFill>
              <a:srgbClr val="C8CC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 txBox="1"/>
          <p:nvPr/>
        </p:nvSpPr>
        <p:spPr>
          <a:xfrm>
            <a:off x="658368" y="13716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🥈  2nd Place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00784"/>
            <a:ext cx="5084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Robotics / Mechanical + Automation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12848"/>
            <a:ext cx="50840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Awarded 2nd place in a multidisciplinary hackathon focused on industrial automation. Designed a gripper using a vacuum-based mechanism for reliably picking metal cylinders from an unsorted container. Emphasised mechanical simplicity and robust object handling in industrial environments.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6016752"/>
            <a:ext cx="1239926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Text 7"/>
          <p:cNvSpPr txBox="1"/>
          <p:nvPr/>
        </p:nvSpPr>
        <p:spPr>
          <a:xfrm>
            <a:off x="658368" y="6016752"/>
            <a:ext cx="1239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Mechanical Design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971446" y="6016752"/>
            <a:ext cx="680314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 txBox="1"/>
          <p:nvPr/>
        </p:nvSpPr>
        <p:spPr>
          <a:xfrm>
            <a:off x="1971446" y="6016752"/>
            <a:ext cx="6803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24912" y="6016752"/>
            <a:ext cx="1115568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3" name="Text 11"/>
          <p:cNvSpPr txBox="1"/>
          <p:nvPr/>
        </p:nvSpPr>
        <p:spPr>
          <a:xfrm>
            <a:off x="2724912" y="60167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Vacuum Gripping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913632" y="6016752"/>
            <a:ext cx="1239926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 txBox="1"/>
          <p:nvPr/>
        </p:nvSpPr>
        <p:spPr>
          <a:xfrm>
            <a:off x="3913632" y="6016752"/>
            <a:ext cx="1239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Prototyping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58368" y="6291072"/>
            <a:ext cx="1488643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 txBox="1"/>
          <p:nvPr/>
        </p:nvSpPr>
        <p:spPr>
          <a:xfrm>
            <a:off x="658368" y="6291072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Automation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Shape 17"/>
          <p:cNvSpPr/>
          <p:nvPr/>
        </p:nvSpPr>
        <p:spPr>
          <a:xfrm>
            <a:off x="6419088" y="1371600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6350">
            <a:solidFill>
              <a:srgbClr val="C8CC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0" name="Text 18"/>
          <p:cNvSpPr txBox="1"/>
          <p:nvPr/>
        </p:nvSpPr>
        <p:spPr>
          <a:xfrm>
            <a:off x="6419088" y="13716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🥉  3rd Place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1700784"/>
            <a:ext cx="5084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/ Computer Vision / Ethics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2212848"/>
            <a:ext cx="50840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Awarded 3rd place in a hackathon on assistive technologies and ethical AI. Developed a proof-of-concept AI assistant using a depth camera for fall detection and elderly monitoring, with strong emphasis on privacy preservation by avoiding RGB imaging.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19088" y="601675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4" name="Text 22"/>
          <p:cNvSpPr txBox="1"/>
          <p:nvPr/>
        </p:nvSpPr>
        <p:spPr>
          <a:xfrm>
            <a:off x="6419088" y="6016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949440" y="6016752"/>
            <a:ext cx="1115568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6" name="Text 24"/>
          <p:cNvSpPr txBox="1"/>
          <p:nvPr/>
        </p:nvSpPr>
        <p:spPr>
          <a:xfrm>
            <a:off x="6949440" y="60167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138160" y="6016752"/>
            <a:ext cx="1177747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8" name="Text 26"/>
          <p:cNvSpPr txBox="1"/>
          <p:nvPr/>
        </p:nvSpPr>
        <p:spPr>
          <a:xfrm>
            <a:off x="8138160" y="6016752"/>
            <a:ext cx="11777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 Perception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389059" y="6016752"/>
            <a:ext cx="804672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0" name="Text 28"/>
          <p:cNvSpPr txBox="1"/>
          <p:nvPr/>
        </p:nvSpPr>
        <p:spPr>
          <a:xfrm>
            <a:off x="9389059" y="60167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Ethical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419088" y="6291072"/>
            <a:ext cx="1550822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2" name="Text 30"/>
          <p:cNvSpPr txBox="1"/>
          <p:nvPr/>
        </p:nvSpPr>
        <p:spPr>
          <a:xfrm>
            <a:off x="6419088" y="6291072"/>
            <a:ext cx="15508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Assistive Technologies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043062" y="6291072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4" name="Text 32"/>
          <p:cNvSpPr txBox="1"/>
          <p:nvPr/>
        </p:nvSpPr>
        <p:spPr>
          <a:xfrm>
            <a:off x="8043062" y="629107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Preservation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917</Words>
  <Application>Microsoft Office PowerPoint</Application>
  <PresentationFormat>Widescreen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justus liutala</cp:lastModifiedBy>
  <cp:revision>2</cp:revision>
  <dcterms:created xsi:type="dcterms:W3CDTF">2026-10-04T19:11:59Z</dcterms:created>
  <dcterms:modified xsi:type="dcterms:W3CDTF">2026-10-06T07:37:55Z</dcterms:modified>
</cp:coreProperties>
</file>